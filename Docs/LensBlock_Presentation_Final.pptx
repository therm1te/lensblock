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7" r:id="rId3"/>
    <p:sldId id="259" r:id="rId4"/>
    <p:sldId id="262" r:id="rId5"/>
    <p:sldId id="263" r:id="rId6"/>
    <p:sldId id="260" r:id="rId7"/>
    <p:sldId id="261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60AB5-C7D2-457F-A675-553EF998801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40234-CE04-4D05-A0D2-19BD55E45E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3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4B81-DA85-6BF3-0400-277E67421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75173-AA1E-2D2A-3CFA-40DD805A3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3E9D2-96B9-8C57-6BB5-65308870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F6110-D9C5-85EB-6B04-19DD428A0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BAE3D-A17C-0456-1870-8DEC3319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7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DFC2-321D-D8F8-EC68-BF04D8E0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9D09B-4F52-C36A-E4D0-77E35793C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D8573-21DC-7961-7F39-349E30B8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58FC4-676C-27A7-F229-DA8ADC2E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2285E-75D5-F455-A315-8E0BB149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95AB-5305-3EA8-17CD-40004C97B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C582B-187E-5A25-BCA5-CAAA4FE6F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24714-DAF8-A724-F8AF-13DBDE75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71265-38A2-E63D-7FFE-B708DE34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503D9-337C-DD08-D34B-58796593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D7C6-F899-3C78-F2C5-37A3E7D6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FA04-4D57-441B-A0B4-DD3B555A7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835C3-5602-A20B-F713-F31BBF19D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0DCE2-2F3A-879F-EA0B-317DC31B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107CB-0562-78BE-5393-D15C23A0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649AE-3379-7B33-0F8D-1428999E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8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3920-CA04-FF25-0B66-3A903D02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6B89A-A134-D5E2-2541-648AE413A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9B16A-45CD-73B4-D9F6-CE8E8A391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1DB66-621F-6B46-A7B9-1572E1011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72871-888A-5394-BA5A-7280F36F9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6A200-5312-62E9-FD29-C1F09BD84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7966A-A278-F46B-C3E9-9CE1FC91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77786-B3CC-10A5-5883-1018E013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9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723D-795E-4D06-59DA-DA9162ABB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EB47F-EECE-9818-D7F0-DE26B5DB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D2196-E9E1-1E15-E032-194B4F79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ACE8D-DC67-7E50-F866-D2670962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2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4A058-28AE-F2B3-33F6-38998225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26600-B3BB-7105-CAE0-7409ADF4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871D0-C877-AA49-8838-82C0C4BC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CFDB-EB19-D67F-D354-066DBC89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C2CD0-AAB6-47A2-ECD0-994759CB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0E63F-6417-1CBF-6A06-78208CE01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4309F-CFAF-26C6-893E-5F01CE35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2721A-188A-3E2C-41BC-76AF1681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7E42D-B17D-24B8-9C52-0C847D15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7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FD12-D649-854A-A510-810F55D2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84E3A4-2F16-6269-87EE-2A3651418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A3237-C1CE-9945-29F9-D5C55E009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BB51E-D2BF-FC06-5F53-A25542D9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402BB-DB07-CCB7-009E-68A0B84E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7192-67AF-DBC1-1033-D571B247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1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1BFC-B0F9-BDD2-4A83-A4098278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3ED2F-56DC-EB5D-B01C-55E1C2264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635B2-BD1C-E892-7903-98BFC4EC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1952D-AC7F-F309-72AA-011C19B0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854F1-D1DE-8843-61E8-50613AE8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6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F0EE5-5783-87AC-F597-63134EDA7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E2FD9-E64A-E0E9-44DC-70C9E8BEC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BECA4-02A4-7933-4EE5-CDE2D8125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2C441-EE66-D9C2-259B-CB843A05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76ACF-D0C9-085A-65CD-48A109F2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2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37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6BF6B-748D-AEFA-1EB1-60FC8402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911AE-E25E-8E13-A93C-9EA8F2BC9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8753-610E-ACD1-155E-444E50486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F219E-6C99-4033-A6C2-79A71F8AB8F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2819C-55BE-AC76-1FA6-4FABF88E1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8697E-F275-0E4F-911C-84B13C706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DAEA4-68BB-44AF-B50C-F87AC305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1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hmedeldin.substack.com/p/the-israeli-spyware-firm-that-accidentally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780267" y="438522"/>
            <a:ext cx="1041975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042" tIns="25521" rIns="51042" bIns="25521" anchor="ctr" anchorCtr="0">
            <a:noAutofit/>
          </a:bodyPr>
          <a:lstStyle/>
          <a:p>
            <a:pPr marL="178428" indent="-144139" algn="ctr">
              <a:lnSpc>
                <a:spcPct val="6000"/>
              </a:lnSpc>
            </a:pPr>
            <a:r>
              <a:rPr lang="en-US" sz="5400" dirty="0" err="1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LensBlock</a:t>
            </a:r>
            <a:endParaRPr sz="5400" dirty="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10140" y="1391022"/>
            <a:ext cx="11160012" cy="13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7" tIns="91417" rIns="91417" bIns="91417" anchor="t" anchorCtr="0">
            <a:noAutofit/>
          </a:bodyPr>
          <a:lstStyle/>
          <a:p>
            <a:pPr marL="178428" indent="-144139" algn="ctr">
              <a:spcBef>
                <a:spcPts val="390"/>
              </a:spcBef>
            </a:pPr>
            <a:r>
              <a:rPr lang="en-US" sz="3600" i="1" dirty="0">
                <a:latin typeface="Montserrat" pitchFamily="2" charset="0"/>
              </a:rPr>
              <a:t>Intelligent Protection Against Visual Hacking </a:t>
            </a:r>
            <a:endParaRPr sz="3600" i="1" dirty="0">
              <a:solidFill>
                <a:srgbClr val="222222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>
            <a:off x="1247529" y="1148405"/>
            <a:ext cx="9696943" cy="18000"/>
          </a:xfrm>
          <a:prstGeom prst="straightConnector1">
            <a:avLst/>
          </a:prstGeom>
          <a:noFill/>
          <a:ln w="9525" cap="flat" cmpd="sng">
            <a:solidFill>
              <a:srgbClr val="1A4A7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cxnSp>
      <p:sp>
        <p:nvSpPr>
          <p:cNvPr id="75" name="Google Shape;75;p15"/>
          <p:cNvSpPr txBox="1"/>
          <p:nvPr/>
        </p:nvSpPr>
        <p:spPr>
          <a:xfrm>
            <a:off x="3078796" y="5591730"/>
            <a:ext cx="5822700" cy="113220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17" tIns="91417" rIns="91417" bIns="91417" anchor="t" anchorCtr="0">
            <a:noAutofit/>
          </a:bodyPr>
          <a:lstStyle/>
          <a:p>
            <a:pPr algn="ctr"/>
            <a:r>
              <a:rPr lang="en-US" sz="3200" dirty="0">
                <a:solidFill>
                  <a:schemeClr val="dk2"/>
                </a:solidFill>
                <a:latin typeface="Montserrat" pitchFamily="2" charset="0"/>
                <a:ea typeface="Calibri"/>
                <a:cs typeface="Calibri"/>
                <a:sym typeface="Calibri"/>
              </a:rPr>
              <a:t>Abdullah Asim</a:t>
            </a:r>
          </a:p>
          <a:p>
            <a:pPr algn="ctr"/>
            <a:r>
              <a:rPr lang="en-US" sz="3200" dirty="0" err="1">
                <a:solidFill>
                  <a:schemeClr val="dk2"/>
                </a:solidFill>
                <a:latin typeface="Montserrat" pitchFamily="2" charset="0"/>
                <a:ea typeface="Calibri"/>
                <a:cs typeface="Calibri"/>
                <a:sym typeface="Calibri"/>
              </a:rPr>
              <a:t>atomcamp</a:t>
            </a:r>
            <a:r>
              <a:rPr lang="en-US" sz="3200" dirty="0">
                <a:solidFill>
                  <a:schemeClr val="dk2"/>
                </a:solidFill>
                <a:latin typeface="Montserrat" pitchFamily="2" charset="0"/>
                <a:ea typeface="Calibri"/>
                <a:cs typeface="Calibri"/>
                <a:sym typeface="Calibri"/>
              </a:rPr>
              <a:t> AI Cohort 15</a:t>
            </a:r>
            <a:endParaRPr sz="3200" dirty="0">
              <a:solidFill>
                <a:schemeClr val="dk2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F17C-4E11-CBA7-5C58-654D1386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Visual hacking</a:t>
            </a:r>
          </a:p>
        </p:txBody>
      </p:sp>
      <p:pic>
        <p:nvPicPr>
          <p:cNvPr id="2050" name="Picture 2" descr="&quot;You Can Hack a Computer Just by Looking at It&quot; - HP Explains Visual ...">
            <a:extLst>
              <a:ext uri="{FF2B5EF4-FFF2-40B4-BE49-F238E27FC236}">
                <a16:creationId xmlns:a16="http://schemas.microsoft.com/office/drawing/2014/main" id="{9F01D724-9310-336F-554E-5022DBF9E7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767" y="1825625"/>
            <a:ext cx="703246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43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DEF7-FDCA-99B7-6E13-0CFB40C5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4C6D1-F9A5-3797-011A-D8AE5255C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Montserrat" pitchFamily="2" charset="0"/>
              </a:rPr>
              <a:t>LensBlock</a:t>
            </a:r>
            <a:r>
              <a:rPr lang="en-US" dirty="0">
                <a:latin typeface="Montserrat" pitchFamily="2" charset="0"/>
              </a:rPr>
              <a:t> is an endpoint security system designed to enforce: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Zero Trust Architecture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Using host system resources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Obfuscation upon detection</a:t>
            </a:r>
          </a:p>
        </p:txBody>
      </p:sp>
    </p:spTree>
    <p:extLst>
      <p:ext uri="{BB962C8B-B14F-4D97-AF65-F5344CB8AC3E}">
        <p14:creationId xmlns:p14="http://schemas.microsoft.com/office/powerpoint/2010/main" val="159604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FA27-2014-2F64-5C60-3C6923BF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"Paragon Solutions"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D6F71-F8A8-54A0-2D07-4440B1FC4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High profile intelligence failure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Spyware firm “Paragon Solutions”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Employee Negligence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Montserrat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Montserrat" pitchFamily="2" charset="0"/>
              </a:rPr>
              <a:t>News Source:</a:t>
            </a:r>
            <a:r>
              <a:rPr lang="en-US" sz="2400" dirty="0">
                <a:latin typeface="Montserrat" pitchFamily="2" charset="0"/>
              </a:rPr>
              <a:t> </a:t>
            </a:r>
            <a:r>
              <a:rPr lang="en-US" sz="2400" dirty="0">
                <a:latin typeface="Montserrat" pitchFamily="2" charset="0"/>
                <a:hlinkClick r:id="rId2"/>
              </a:rPr>
              <a:t>The Israeli Spyware Firm That Accidentally Just Exposed Itself</a:t>
            </a:r>
            <a:endParaRPr lang="en-US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8836-B9DB-F16A-CD14-C0656A47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Addressing the market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9763-02B5-9F14-1190-08C2F5AA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Traditional DLP Tools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Montserrat" pitchFamily="2" charset="0"/>
              </a:rPr>
              <a:t>LensBlock</a:t>
            </a:r>
            <a:r>
              <a:rPr lang="en-US" sz="2400" dirty="0">
                <a:latin typeface="Montserrat" pitchFamily="2" charset="0"/>
              </a:rPr>
              <a:t> digitizes the "No Photography" policy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It provides an automated, always-on watchdog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Montserrat" pitchFamily="2" charset="0"/>
              </a:rPr>
              <a:t>Whether for a malicious copy or an act of negligence</a:t>
            </a:r>
          </a:p>
        </p:txBody>
      </p:sp>
    </p:spTree>
    <p:extLst>
      <p:ext uri="{BB962C8B-B14F-4D97-AF65-F5344CB8AC3E}">
        <p14:creationId xmlns:p14="http://schemas.microsoft.com/office/powerpoint/2010/main" val="268057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C5FB-D9AB-BA68-AFBC-3B99E36A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The v2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9F0A-B439-A8D9-C0D8-B5D44E0FE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ontserrat" pitchFamily="2" charset="0"/>
              </a:rPr>
              <a:t>v1 (Shield Mode):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Full screen blackout upon threat detection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Highly secure but actively disruptive</a:t>
            </a:r>
          </a:p>
          <a:p>
            <a:r>
              <a:rPr lang="en-US" dirty="0">
                <a:latin typeface="Montserrat" pitchFamily="2" charset="0"/>
              </a:rPr>
              <a:t>v2 (Censorship Mode) Discussed in Q/A Session: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Real time privacy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Blurs confidential info in camera feed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00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33BB-4BFB-A8EC-7071-6546CADF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CD57-998E-4B54-AC1C-7B9E4D15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Python (3.11.x)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YOLOv26-Nano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ONNX Runtime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OpenCV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PyQt6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Montserrat" pitchFamily="2" charset="0"/>
              </a:rPr>
              <a:t>Pyvirtualcam</a:t>
            </a:r>
            <a:endParaRPr lang="en-US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15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B004-7AE8-2B09-B58B-DD6041C0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Hardening &amp; Edge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5E61-C1D5-8CF8-7BE2-9CDBDFC35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Temporal Hysteresis Memory Buffer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ROI Padding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Smart CLAHE Contrast Enhancement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Kalman Filter</a:t>
            </a:r>
          </a:p>
        </p:txBody>
      </p:sp>
    </p:spTree>
    <p:extLst>
      <p:ext uri="{BB962C8B-B14F-4D97-AF65-F5344CB8AC3E}">
        <p14:creationId xmlns:p14="http://schemas.microsoft.com/office/powerpoint/2010/main" val="386275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02DC-B480-26BE-523F-91C032BE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C51D0-A824-0280-CAD8-A3D9D67E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Hardware Requirements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Virtual Camera Dependency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AI Limitations (False Positives, True Negatives)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itchFamily="2" charset="0"/>
              </a:rPr>
              <a:t>Target 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334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2392-0307-7133-ACFD-2F3AB0EF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030A8-FE37-A710-4D04-F4ADCEB45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Authorized Person Whitelisting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Low Level Device Control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Lower Inference Requirements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Support for more devices/OS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itchFamily="2" charset="0"/>
              </a:rPr>
              <a:t>Improved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204</Words>
  <Application>Microsoft Office PowerPoint</Application>
  <PresentationFormat>Widescreen</PresentationFormat>
  <Paragraphs>52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Office Theme</vt:lpstr>
      <vt:lpstr>PowerPoint Presentation</vt:lpstr>
      <vt:lpstr>Visual hacking</vt:lpstr>
      <vt:lpstr>Project Overview</vt:lpstr>
      <vt:lpstr>"Paragon Solutions" Vulnerability</vt:lpstr>
      <vt:lpstr>Addressing the market gap</vt:lpstr>
      <vt:lpstr>The v2 evolution</vt:lpstr>
      <vt:lpstr>Architecture</vt:lpstr>
      <vt:lpstr>Hardening &amp; Edge Cases</vt:lpstr>
      <vt:lpstr>Caveats</vt:lpstr>
      <vt:lpstr>Future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Asim</dc:creator>
  <cp:lastModifiedBy>Abdullah Asim</cp:lastModifiedBy>
  <cp:revision>15</cp:revision>
  <dcterms:created xsi:type="dcterms:W3CDTF">2026-03-05T06:00:30Z</dcterms:created>
  <dcterms:modified xsi:type="dcterms:W3CDTF">2026-03-05T08:03:07Z</dcterms:modified>
</cp:coreProperties>
</file>